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DATA STRUCTURES &amp; ALGORITHMS (DSA) CASE STUDY</a:t>
            </a:r>
          </a:p>
          <a:p>
            <a:pPr>
              <a:defRPr sz="3000" b="1">
                <a:solidFill>
                  <a:srgbClr val="F8FAFC"/>
                </a:solidFill>
              </a:defRPr>
            </a:pPr>
            <a:r>
              <a:t>FlowGrid — Dynamic Traffic Congestion Analytics</a:t>
            </a:r>
            <a:br/>
            <a:r>
              <a:t>Using Fenwick Tree (Binary Indexed Tree)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Sub-Corridor Range Aggregation &amp; Point Inflow Tracking via 1-Based BIT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114800"/>
            <a:ext cx="1033272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PROJECT &amp; EVALUATION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Student Team: 2nd Year CSE Case Study Team (4-Member Division)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Course &amp; Degree: Data Structures &amp; Algorithms | 2nd Year B.Tech Computer Science &amp; Engineering</a:t>
            </a:r>
          </a:p>
          <a:p>
            <a:pPr>
              <a:spcAft>
                <a:spcPts val="300"/>
              </a:spcAft>
              <a:defRPr sz="1100">
                <a:solidFill>
                  <a:srgbClr val="10B981"/>
                </a:solidFill>
              </a:defRPr>
            </a:pPr>
            <a:r>
              <a:t>Core Data Structure: 1-Based Fenwick Tree (Binary Indexed Tree / BIT) in C++17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Architecture Stack: C++17 Engine (traffic_analytics.exe) + Python 3 Bridge (server.py) + Web Dashboard</a:t>
            </a:r>
          </a:p>
          <a:p>
            <a:pPr>
              <a:spcAft>
                <a:spcPts val="300"/>
              </a:spcAft>
              <a:defRPr sz="1100">
                <a:solidFill>
                  <a:srgbClr val="94A3B8"/>
                </a:solidFill>
              </a:defRPr>
            </a:pPr>
            <a:r>
              <a:t>Evaluation Mode: Automated Non-Menu Benchmark Verification &amp; Interactive Web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TEAM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Four-Member Collaborative Architecture &amp; Division of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Member 1: Data Management &amp; Tree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Formulated 1-based indexing representation for 8 corridor segments.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initializeData() handling raw traffic counts vector.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Engineered O(n) linear-time Fenwick Tree build (buildFenwick()) via forward-propagation technique, avoiding O(n log n)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Member 2: Core Bitwise &amp; Tree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bitwise lowbit(x) = x &amp; (-x) isolating lowest set bit.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O(log n) point updates: update(idx, delta) climbing tree.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setCount(idx, newCount) absolute setting with delta calculation.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O(log n) prefix sum accumulation: prefixSum(idx).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Member 3: Range Queries &amp; Congestion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corridor range sum: rangeSum(L, R) = prefixSum(R) - prefixSum(L - 1).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Implemented threshold classification: detectCongestion(sum, threshold).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Authored non-menu-driven automated C++ demonstration (Steps 1 to 8).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Member 4: Dashboard Integration, Testing &amp; Parity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Designed lightweight Python HTTP server (server.py) bridging browser to C++ binary.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Enhanced web dashboard UI (card selection, active range tags, ancestor path tracing).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Standardized threshold logic (&lt; 55 -&gt; NORMAL, &gt;= 55 -&gt; POTENTIALLY CONGESTED).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</a:defRPr>
            </a:pPr>
            <a:r>
              <a:t>• Engineered comprehensive 32-case automated test suite (test_flowgrid.py).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Statement: Dynamic Urban Traffic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The Urban Congestion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Metropolitan road corridors experience high volatility in vehicular density across adjoining segments due to rush hours, traffic signals, and incidents.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Road sensor counters report instantaneous volume changes that must be ingested without lagging.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Traffic management authorities need real-time cumulative volume queries over flexible sub-corridors [L..R] to deploy emergency signals and dynamic rerouting.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Threshold rule violations require immediate algorithmic detection to alert operators before physical gridlock occurs.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Algorithmic Inefficiency of Classical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Naive Array Approach: Point updates take O(1), but range queries require O(n) linear scans. Severely degraded performance under thousands of queries.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Static Prefix Sum Array: Range queries take O(1), but a single point update cascades across all subsequent indices, taking O(n) time. Unusable for live traffic streams.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The Algorithmic Dilemma: Real-time traffic monitoring requires a balanced data structure supporting BOTH point updates and range queries sub-linearly in O(log n).</a:t>
            </a:r>
          </a:p>
          <a:p>
            <a:pPr>
              <a:spcAft>
                <a:spcPts val="1000"/>
              </a:spcAft>
              <a:defRPr sz="1200">
                <a:solidFill>
                  <a:srgbClr val="94A3B8"/>
                </a:solidFill>
              </a:defRPr>
            </a:pPr>
            <a:r>
              <a:t>• Rigorous Constraints: Strict 1-based indexing, minimal auxiliary memory, zero pointer chasing, and robust boundary safety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DSA CASE STUDY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Project Objectives &amp; Scope of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1. Core C++17 Fenwick Tree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Implement a mathematically verified, standard C++17 Binary Indexed Tree with strict 1-based indexing, boundary safety checks, and an automated non-menu benchmark suite.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2. Dual-Array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Maintain clean decoupling between raw traffic sensor counts (trafficCounts[1..n]) and pre-calculated partial sum nodes (bit[1..n]) using strictly O(n)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3. Sub-Linear Operations (O(log n))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Guarantee O(log n) time bounds for point updates (update / setCount) and corridor range queries (rangeSum(L, R)) using lowbit binary decomposition.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4. Full-Stack Dashboard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Integrate the compiled C++ binary with an interactive web dashboard via a lightweight standard-library Python HTTP server for live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SYSTEM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Solution: 3-Tier FlowGrid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End-to-End System Pipeline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06B6D4"/>
                </a:solidFill>
              </a:defRPr>
            </a:pPr>
            <a:r>
              <a:t>• Tier 1: Web Dashboard UI (Client Layer): Semantic HTML5, responsive dark-glassmorphism CSS3, and vanilla JavaScript. Features dynamic 8-segment road cards, active range tags ([L], [R], In Range), interactive card selection, and real-time ancestor update path highlighting.</a:t>
            </a:r>
          </a:p>
          <a:p>
            <a:pPr>
              <a:spcAft>
                <a:spcPts val="600"/>
              </a:spcAft>
              <a:defRPr sz="1100">
                <a:solidFill>
                  <a:srgbClr val="06B6D4"/>
                </a:solidFill>
              </a:defRPr>
            </a:pPr>
            <a:r>
              <a:t>• Tier 2: Lightweight HTTP Bridge (server.py): Zero external Python dependencies (uses Python standard library http.server, subprocess, json). Serves static dashboard assets, manages persistent corridor state, and validates HTTP REST requests.</a:t>
            </a:r>
          </a:p>
          <a:p>
            <a:pPr>
              <a:spcAft>
                <a:spcPts val="600"/>
              </a:spcAft>
              <a:defRPr sz="1100">
                <a:solidFill>
                  <a:srgbClr val="06B6D4"/>
                </a:solidFill>
              </a:defRPr>
            </a:pPr>
            <a:r>
              <a:t>• Tier 3: Core Fenwick Tree Engine (C++17 Binary): Compiled standalone binary (traffic_analytics.exe). Implements O(n) build, O(log n) updates and prefix/range queries, and congestion classification. Invoked via subprocess CLI JSON mode (--query, --update, --state).</a:t>
            </a:r>
          </a:p>
          <a:p>
            <a:pPr>
              <a:spcAft>
                <a:spcPts val="600"/>
              </a:spcAft>
              <a:defRPr sz="1100">
                <a:solidFill>
                  <a:srgbClr val="10B981"/>
                </a:solidFill>
              </a:defRPr>
            </a:pPr>
            <a:r>
              <a:t>• Communication Flow: Browser fetch() -&gt; HTTP REST POST (/api/query, /api/update) -&gt; server.py subprocess -&gt; traffic_analytics.exe execution -&gt; JSON stdout response back to Dashboard.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Academic Simulation Note: Operates on simulated sensor volume data across 8 arterial segments for rigorous algorithmic demonstration and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ALGORITHMIC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Fenwick Tree? Comparative Data Structure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Point Update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Prefix Sum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Range Sum [L..R]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6B6D4"/>
                          </a:solidFill>
                        </a:defRPr>
                      </a:pPr>
                      <a:r>
                        <a:t>Auxiliary 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Naive Array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 (No acceleration)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Prefix Sum Array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O(n) (Cascade penalty)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Segment Tree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8FAFC"/>
                          </a:solidFill>
                        </a:defRPr>
                      </a:pPr>
                      <a:r>
                        <a:t>O(4n) (High pointer overhead)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Fenwick Tree (BIT)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O(n) (Flat cache-friendly array)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Key Takeaway: The Fenwick Tree achieves the optimal Pareto frontier — matching Segment Tree query/update speed (O(log n)) while using 75% less memory (O(n) vs O(4n)), eliminating pointer chasing, and executing on flat CPU caches.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MATHEMATICAL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Fenwick Tree Representation &amp; The lowbit()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The lowbit(x) Primitive: Formula &amp; Mechanics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Mathematical Formula: lowbit(x) = x &amp; (-x)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Two's Complement Property: In two's complement arithmetic, -x = (~x) + 1. Bitwise ANDing x with -x isolates the least significant 1-bit.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Interval of Responsibility: Node bit[i] stores cumulative sum over the contiguous range [i - lowbit(i) + 1 .. i].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Length of Covered Range: Exactly lowbit(i) segments.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Even vs Odd Indices: Odd indices have lowbit = 1 (leaves storing single elements). Powers of 2 cover all preceding segments [1..i].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1-Based Responsibility Table (n =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bit[1] : 0001_2 | lowbit=1 | Interval [1..1] | Covers Seg 1 (Leaf)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bit[2] : 0010_2 | lowbit=2 | Interval [1..2] | Covers Segs 1..2 (Sub-root)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bit[3] : 0011_2 | lowbit=1 | Interval [3..3] | Covers Seg 3 (Leaf)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bit[4] : 0100_2 | lowbit=4 | Interval [1..4] | Covers Segs 1..4 (Branch Root)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bit[5] : 0101_2 | lowbit=1 | Interval [5..5] | Covers Seg 5 (Leaf)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bit[6] : 0110_2 | lowbit=2 | Interval [5..6] | Covers Segs 5..6 (Sub-root)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bit[7] : 0111_2 | lowbit=1 | Interval [7..7] | Covers Seg 7 (Leaf)</a:t>
            </a:r>
          </a:p>
          <a:p>
            <a:pPr>
              <a:spcAft>
                <a:spcPts val="400"/>
              </a:spcAft>
              <a:defRPr sz="1100">
                <a:solidFill>
                  <a:srgbClr val="06B6D4"/>
                </a:solidFill>
              </a:defRPr>
            </a:pPr>
            <a:r>
              <a:t>bit[8] : 1000_2 | lowbit=8 | Interval [1..8] | Covers Segs 1..8 (Global Root)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Dynamic Point Update Operation: O(log 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Algorithm: update(idx, delta) &amp; setCount()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Goal: Add delta to segment idx and propagate the change upward to all ancestor nodes in the implicit Fenwick Tree.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Loop Mechanism: Start at i = idx; while i &lt;= n, add delta to bit[i] and advance to parent: i += lowbit(i).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Tree Ascent: Adding lowbit(i) flips the lowest set bit and carries upward, strictly visiting ancestor nodes in O(log n) steps.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setCount(idx, newCount): Computes delta = newCount - trafficCounts[idx], updates the raw array, then invokes update(idx, delta).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Boundary Validation: Rejects invalid segment indices (idx &lt; 1 or idx &gt; n) and negative vehicle 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Trace: Updating Segment 5 by delta = +14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Initial State: trafficCounts[5] = 20 vehicles.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Dynamic Event: Sensor reports 34 vehicles (surge/accident).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Computed Delta: 34 - 20 = +14 vehicles.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6B6D4"/>
                </a:solidFill>
              </a:defRPr>
            </a:pPr>
            <a:r>
              <a:t>Step 1: i = 5 (0101_2): lowbit(5) = 1.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  bit[5] += 14  --&gt;  20 + 14 = 34. Next: 5 + 1 = 6.</a:t>
            </a:r>
          </a:p>
          <a:p>
            <a:pPr>
              <a:spcAft>
                <a:spcPts val="200"/>
              </a:spcAft>
              <a:defRPr sz="1100">
                <a:solidFill>
                  <a:srgbClr val="06B6D4"/>
                </a:solidFill>
              </a:defRPr>
            </a:pPr>
            <a:r>
              <a:t>Step 2: i = 6 (0110_2): lowbit(6) = 2.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  bit[6] += 14  --&gt;  25 + 14 = 39. Next: 6 + 2 = 8.</a:t>
            </a:r>
          </a:p>
          <a:p>
            <a:pPr>
              <a:spcAft>
                <a:spcPts val="200"/>
              </a:spcAft>
              <a:defRPr sz="1100">
                <a:solidFill>
                  <a:srgbClr val="06B6D4"/>
                </a:solidFill>
              </a:defRPr>
            </a:pPr>
            <a:r>
              <a:t>Step 3: i = 8 (1000_2): lowbit(8) = 8.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  bit[8] += 14  --&gt;  87 + 14 = 101. Next: 8 + 8 = 16 &gt; 8.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0B981"/>
                </a:solidFill>
              </a:defRPr>
            </a:pPr>
            <a:r>
              <a:t>Update Path: [5 -&gt; 6 -&gt; 8] (Exactly 3 nodes touched out of 8!)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CORE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Prefix Sum &amp; Corridor Range Aggregation: O(log 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Prefix Sum: prefixSum(idx)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Goal: Compute total traffic from segment 1 to idx: sum(traffic[1..idx]).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Loop Mechanism: Start at i = idx; while i &gt; 0, accumulate bit[i] into sum, and step to left disjoint interval: i -= lowbit(i).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Binary Decomposition: Each step strips the lowest set bit from index i, decomposing the prefix into at most log2(n) canonical sub-intervals.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Time Complexity: At most log2(n) iterations -&gt; strictly O(log 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Corridor Range Query &amp; Congestion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Principle of Inclusion-Exclusion:</a:t>
            </a:r>
          </a:p>
          <a:p>
            <a:pPr>
              <a:spcAft>
                <a:spcPts val="300"/>
              </a:spcAft>
              <a:defRPr sz="1100">
                <a:solidFill>
                  <a:srgbClr val="06B6D4"/>
                </a:solidFill>
              </a:defRPr>
            </a:pPr>
            <a:r>
              <a:t>  rangeSum(L, R) = prefixSum(R) - prefixSum(L - 1)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Example Corridor [3..6]: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prefixSum(6) = bit[6] + bit[4] = 25 + 43 = 68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300"/>
              </a:spcAft>
              <a:defRPr sz="1100">
                <a:solidFill>
                  <a:srgbClr val="06B6D4"/>
                </a:solidFill>
              </a:defRPr>
            </a:pPr>
            <a:r>
              <a:t>  rangeSum(3, 6) = 68 - 19 = 49 vehicles.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Congestion Classification Rule (Threshold = 55 veh):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• Volume &lt; 55  --&gt;  NORMAL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</a:defRPr>
            </a:pPr>
            <a:r>
              <a:t>  • Volume &gt;= 55 --&gt;  POTENTIALLY CONGESTED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Boundary Equality (Volume = 55, Threshold = 55):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</a:defRPr>
            </a:pPr>
            <a:r>
              <a:t>  Classified as POTENTIALLY CONGESTED (&gt;= rule enforced).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NUMERICAL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Step-by-Step Case Study Walkthrough: Baseline vs Surge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Phase 1: Baseline State &amp; Initial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Initial Traffic Counts [1..8]: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[12, 7, 15, 9, 20, 5, 11, 8]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Constructed Initial BIT Array [1..8]: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[12, 19, 15, 43, 20, 25, 11, 87]</a:t>
            </a:r>
          </a:p>
          <a:p>
            <a:pPr>
              <a:spcAft>
                <a:spcPts val="300"/>
              </a:spcAft>
              <a:defRPr sz="1100">
                <a:solidFill>
                  <a:srgbClr val="10B981"/>
                </a:solidFill>
              </a:defRPr>
            </a:pPr>
            <a:r>
              <a:t>Total Corridor Traffic: prefixSum(8) = 87 veh [PASS]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Query Corridor [3..6] (Threshold = 55):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prefixSum(6) = bit[6] + bit[4] = 25 + 43 = 68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rangeSum(3, 6) = 68 - 19 = 49 vehicles.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10B981"/>
                </a:solidFill>
              </a:defRPr>
            </a:pPr>
            <a:r>
              <a:t>Verdict: 49 &lt; 55 --&gt; NORMAL [VERIFIED]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Phase 2: Dynamic Surge &amp; Re-Query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Point Update: Segment 5 updated from 20 to 34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Delta: 34 - 20 = +14 vehicles.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Ancestor Traversal Path: bit[5], bit[6], bit[8]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Updated Traffic Counts [1..8]: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[12, 7, 15, 9, 34, 5, 11, 8]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Updated BIT Array [1..8]:</a:t>
            </a:r>
          </a:p>
          <a:p>
            <a:pPr>
              <a:spcAft>
                <a:spcPts val="300"/>
              </a:spcAft>
              <a:defRPr sz="1100">
                <a:solidFill>
                  <a:srgbClr val="10B981"/>
                </a:solidFill>
              </a:defRPr>
            </a:pPr>
            <a:r>
              <a:t>  [12, 19, 15, 43, 34, 39, 11, 101] [PASS]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Re-Query Corridor [3..6] (Threshold = 55):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prefixSum(6) = bit[6] + bit[4] = 39 + 43 = 82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prefixSum(2) = bit[2] = 19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  <a:r>
              <a:t>  rangeSum(3, 6) = 82 - 19 = 63 vehicles.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</a:defRPr>
            </a:pPr>
            <a:r>
              <a:t>Verdict: 63 &gt;= 55 --&gt; POTENTIALLY CONGESTED [VERIFIED]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FRONTEND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FlowGrid Web Dashboard: Interface &amp;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Visual Interactive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8 Road Segment Cards: Real-world naming (North Arterial, Central Expressway, etc.), vehicle count, and capacity progress bar.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Interactive Click-to-Select: Clicking any road segment card automatically selects it in the Point Update panel with a turquoise glow.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Active Range Markers: Segment cards within active corridor [L..R] display distinct [L], [R], and In Range badges.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Live Backend Status Pill: Top navbar displays real-time connection status ('C++ Fenwick Core: Connected').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Structural Inspector &amp; Execution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BIT Array Structural Inspector: Interactive table showing binary notation, lowbit(i), covered interval, mathematical formula, and stored node value.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Live Ancestor Tracing: Ancestor nodes (bit[5], bit[6], bit[8]) highlight across the table and hierarchy view during updates.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Tree Hierarchy Cards: Visual breakdown of Global Root (2^3), Branch Roots (2^2), Sub-roots (2^1), and Leaves (2^0).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Audit Log Feed: Timestamped chronological record of all initialization, update, range query, and classification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FULL-STACK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Full-Stack Integration: Python Server &amp; C++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Python HTTP Server (server.py)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Standard Library Architecture: Zero external pip dependencies; uses http.server and subprocess for lightweight local deployment.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Static Asset Delivery: Serves app/index.html, style.css, and script.js seamlessly on port 8000.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State Management: Tracks current 8-segment traffic vector [12, 7, 15, 9, 20, 5, 11, 8] across HTTP requests.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Robust Input Validation: Validates corridor range (1 &lt;= L &lt;= R &lt;= 8) and non-negative counts before spawning subprocess.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REST API Endpoints &amp; C++ CLI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100">
                <a:solidFill>
                  <a:srgbClr val="06B6D4"/>
                </a:solidFill>
              </a:defRPr>
            </a:pPr>
            <a:r>
              <a:t>• GET /api/status: Returns backend health, binary path, and online indicator.</a:t>
            </a:r>
          </a:p>
          <a:p>
            <a:pPr>
              <a:spcAft>
                <a:spcPts val="500"/>
              </a:spcAft>
              <a:defRPr sz="1100">
                <a:solidFill>
                  <a:srgbClr val="06B6D4"/>
                </a:solidFill>
              </a:defRPr>
            </a:pPr>
            <a:r>
              <a:t>• GET /api/state: Queries C++ --state and returns current traffic counts and BIT array.</a:t>
            </a:r>
          </a:p>
          <a:p>
            <a:pPr>
              <a:spcAft>
                <a:spcPts val="500"/>
              </a:spcAft>
              <a:defRPr sz="1100">
                <a:solidFill>
                  <a:srgbClr val="06B6D4"/>
                </a:solidFill>
              </a:defRPr>
            </a:pPr>
            <a:r>
              <a:t>• POST /api/query: Accepts {left, right, threshold}, executes traffic_analytics.exe --query, and returns sum, status, and prefix breakdown.</a:t>
            </a:r>
          </a:p>
          <a:p>
            <a:pPr>
              <a:spcAft>
                <a:spcPts val="500"/>
              </a:spcAft>
              <a:defRPr sz="1100">
                <a:solidFill>
                  <a:srgbClr val="06B6D4"/>
                </a:solidFill>
              </a:defRPr>
            </a:pPr>
            <a:r>
              <a:t>• POST /api/update: Accepts {segment, newCount}, executes traffic_analytics.exe --update, and returns updated arrays and ancestor path.</a:t>
            </a:r>
          </a:p>
          <a:p>
            <a:pPr>
              <a:spcAft>
                <a:spcPts val="500"/>
              </a:spcAft>
              <a:defRPr sz="1100">
                <a:solidFill>
                  <a:srgbClr val="06B6D4"/>
                </a:solidFill>
              </a:defRPr>
            </a:pPr>
            <a:r>
              <a:t>• POST /api/reset: Restores benchmark initial state (87 veh).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C++ CLI Output: Structured JSON emitted directly to stdout.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Algorithmic Complexity Analysis &amp; Theoretical Proofs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583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Operation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Auxiliary Space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Theoretical Proof 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Tree Build (buildFenwick)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Forward-propagation pushes bit[i] to parent i + lowbit(i); exactly n iterations.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Point Update (update / setCount)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Advances via i += lowbit(i); loops at most floor(log2 n) + 1 times.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Prefix Sum Query (prefixSum)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Strips lowest set bit via i -= lowbit(i); loops at most log2 n times.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Range Query (rangeSum)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Difference of two prefix sums: 2 * O(log n) = O(log n).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Hardware &amp; CPU Cache Locality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Contiguous Memory Locality: Stored in a single flat array; zero CPU pointer chasing or cache thrashing.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Bitwise Hardware Acceleration: lowbit(x) compiles to single-cycle machine instructions (AND, NEG, BLSI).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Minimal Auxiliary Footprint: Requires only (n + 1) integer slots compared to 4n for Segment Trees.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Verification: 32/32 Automated Tests Passed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Automated Test Suite (tests/test_flowgrid.py)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10B981"/>
                </a:solidFill>
              </a:defRPr>
            </a:pPr>
            <a:r>
              <a:t>• Execution Outcome: 32 PASSED, 0 FAILED (100% Precision).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Test Group 1 (Construction): O(n) forward propagation verified; computed BIT matches expected [12, 19, 15, 43, 20, 25, 11, 87]; total volume = 87 veh.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Test Group 2 (Prefix Sums): Decompositions verified across all indices [1..1] through [1..8].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Test Group 3 (Range Sums): Baseline [3..6] = 49 veh, single segment [5..5] = 20 veh, full corridor [1..8] = 87 veh.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Test Group 4 (Point Updates): Traversal path [5, 6, 8] verified; raw array and BIT updated 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Safety, Boundary &amp; API Integration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5 (Post-Update Query): Re-evaluation of [3..6] returns exactly 63 veh.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6 (Congestion Logic): Below threshold (49 &lt; 55 -&gt; NORMAL), at boundary (55 == 55 -&gt; POTENTIALLY CONGESTED), above threshold (63 &gt;= 55 -&gt; POTENTIALLY CONGESTED).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7 (Boundary Validations): Inverted range [6..3], out-of-bounds indices (10), and negative counts (-10) rejected gracefully.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8 (Repeated Updates): 3 sequential updates maintain cumulative consistency (107 veh).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9 (HTTP REST API): Validated /api/status, /api/state, /api/query, /api/update, /api/reset.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Test Group 11 (C++ Benchmark): Default argc == 1 non-menu benchmark runs end-to-end.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SCALABILITY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Limitations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Current System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1D Linear Corridor Topology: Current implementation assumes a linear sequence of road segments. Metropolitan networks contain complex graph intersections and multi-arterial grids.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Fixed Segment Array Capacity: Initialized for fixed size n = 8. Dynamically adding road segments requires vector reallocation.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Single Vehicle Count Metric: Tracks aggregate vehicular count only, without factoring vehicle classes (trucks vs cars) or speed.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Point Update Asymmetry: Optimized for point updates. Range updates (adding delta to an entire range) require dual-tree difference encoding.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Future Engineering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</a:defRPr>
            </a:pPr>
            <a:r>
              <a:t>• 2D Fenwick Tree Extension: Extend to 2D Binary Indexed Trees to monitor spatial M x N road grids and multi-directional intersections in O(log^2 n) time.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Dual-Tree Difference Encoding: Maintain two BITs (D[i] and D[i] * i) to support simultaneous O(log n) range updates and range queries.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Predictive Machine Learning Forecasting: Couple BIT cumulative volume with ARIMA/LSTM time-series models to anticipate congestion 15 minutes ahead.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IoT Telemetry Integration: Ingest physical roadside induction loop sensor feeds via live WebSockets directly into the dashboard.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CONCLUSION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Conclusion, Viva Summary &amp; Academic References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Key Accomplishments &amp; Evaluation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✓ Complete 4-Member Collaboration: Seamlessly synthesizes Member 1 (data), Member 2 (core BIT), Member 3 (queries &amp; demo), and Member 4 (dashboard &amp; server).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✓ Production-Grade Algorithmic Rigor: 32 automated tests verify 100% mathematical and logical parity across C++ and web tiers.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✓ Sub-Linear Operational Speed: O(log n) dynamic updates and range queries executed on flat, cache-friendly arrays.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✓ Standardized Congestion Logic: Strictly enforces Volume &lt; 55 -&gt; NORMAL, Volume &gt;= 55 -&gt; POTENTIALLY CONGESTED.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✓ Academic Viva Ready: Complete documentation, verified test suite, C++ benchmark, and interactive dashboard fully prepared.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Academic &amp; Technical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1. Peter M. Fenwick (1994). 'A New Data Structure for Cumulative Frequency Tables'. Software: Practice and Experience, 24(3), pp. 327–336.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2. Thomas H. Cormen, Charles E. Leiserson, Ronald L. Rivest, Clifford Stein (2022). 'Introduction to Algorithms' (CLRS), 4th Edition, MIT Press.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3. Donald E. Knuth (1997). 'The Art of Computer Programming, Volume 3: Sorting and Searching', 2nd Edition, Addison-Wesley.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4. ISO/IEC 14882:2017. 'Programming Languages — C++ (C++17 Standard Specification)', International Organization for Standardization.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5. Python Software Foundation. 'Python 3 Standard Library Documentation: http.server and subprocess modules', docs.python.org.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